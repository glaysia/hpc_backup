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7" r:id="rId2"/>
    <p:sldId id="312" r:id="rId3"/>
    <p:sldId id="313" r:id="rId4"/>
  </p:sldIdLst>
  <p:sldSz cx="12192000" cy="6858000"/>
  <p:notesSz cx="6797675" cy="9929813"/>
  <p:embeddedFontLs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38787AF-9D8F-46E6-A31A-0125CBC7E7AC}">
          <p14:sldIdLst>
            <p14:sldId id="257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500"/>
    <a:srgbClr val="33CCFF"/>
    <a:srgbClr val="002060"/>
    <a:srgbClr val="1678E4"/>
    <a:srgbClr val="FFFFFF"/>
    <a:srgbClr val="BFBFBF"/>
    <a:srgbClr val="FFF357"/>
    <a:srgbClr val="DFCF00"/>
    <a:srgbClr val="758101"/>
    <a:srgbClr val="93A2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6121" autoAdjust="0"/>
  </p:normalViewPr>
  <p:slideViewPr>
    <p:cSldViewPr snapToGrid="0">
      <p:cViewPr varScale="1">
        <p:scale>
          <a:sx n="110" d="100"/>
          <a:sy n="110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Woo Jang" userId="3bd22cd285ddfd03" providerId="LiveId" clId="{4A46CEA0-B3AE-4DB3-8F17-5BBC979106E8}"/>
    <pc:docChg chg="undo custSel addSld delSld modSld modSection">
      <pc:chgData name="JungWoo Jang" userId="3bd22cd285ddfd03" providerId="LiveId" clId="{4A46CEA0-B3AE-4DB3-8F17-5BBC979106E8}" dt="2025-02-26T08:22:00.973" v="56"/>
      <pc:docMkLst>
        <pc:docMk/>
      </pc:docMkLst>
      <pc:sldChg chg="modSp mod">
        <pc:chgData name="JungWoo Jang" userId="3bd22cd285ddfd03" providerId="LiveId" clId="{4A46CEA0-B3AE-4DB3-8F17-5BBC979106E8}" dt="2025-02-26T08:20:17.118" v="2" actId="20577"/>
        <pc:sldMkLst>
          <pc:docMk/>
          <pc:sldMk cId="1883292546" sldId="257"/>
        </pc:sldMkLst>
        <pc:spChg chg="mod">
          <ac:chgData name="JungWoo Jang" userId="3bd22cd285ddfd03" providerId="LiveId" clId="{4A46CEA0-B3AE-4DB3-8F17-5BBC979106E8}" dt="2025-02-26T08:20:17.118" v="2" actId="20577"/>
          <ac:spMkLst>
            <pc:docMk/>
            <pc:sldMk cId="1883292546" sldId="257"/>
            <ac:spMk id="4" creationId="{08F6A076-56E3-28E6-6782-51452709E44C}"/>
          </ac:spMkLst>
        </pc:spChg>
      </pc:sldChg>
      <pc:sldChg chg="modSp mod">
        <pc:chgData name="JungWoo Jang" userId="3bd22cd285ddfd03" providerId="LiveId" clId="{4A46CEA0-B3AE-4DB3-8F17-5BBC979106E8}" dt="2025-02-26T08:21:12.673" v="43" actId="403"/>
        <pc:sldMkLst>
          <pc:docMk/>
          <pc:sldMk cId="3983481707" sldId="311"/>
        </pc:sldMkLst>
        <pc:spChg chg="mod">
          <ac:chgData name="JungWoo Jang" userId="3bd22cd285ddfd03" providerId="LiveId" clId="{4A46CEA0-B3AE-4DB3-8F17-5BBC979106E8}" dt="2025-02-26T08:21:12.673" v="43" actId="403"/>
          <ac:spMkLst>
            <pc:docMk/>
            <pc:sldMk cId="3983481707" sldId="311"/>
            <ac:spMk id="8" creationId="{23A2A290-1EB6-D106-01B5-2953BF3A0635}"/>
          </ac:spMkLst>
        </pc:spChg>
      </pc:sldChg>
      <pc:sldChg chg="modSp mod">
        <pc:chgData name="JungWoo Jang" userId="3bd22cd285ddfd03" providerId="LiveId" clId="{4A46CEA0-B3AE-4DB3-8F17-5BBC979106E8}" dt="2025-02-26T08:21:52.004" v="45" actId="1076"/>
        <pc:sldMkLst>
          <pc:docMk/>
          <pc:sldMk cId="2458483336" sldId="312"/>
        </pc:sldMkLst>
        <pc:cxnChg chg="mod">
          <ac:chgData name="JungWoo Jang" userId="3bd22cd285ddfd03" providerId="LiveId" clId="{4A46CEA0-B3AE-4DB3-8F17-5BBC979106E8}" dt="2025-02-26T08:21:52.004" v="45" actId="1076"/>
          <ac:cxnSpMkLst>
            <pc:docMk/>
            <pc:sldMk cId="2458483336" sldId="312"/>
            <ac:cxnSpMk id="10" creationId="{D21B50AA-EA05-C57F-0F1D-D4D98004FCFD}"/>
          </ac:cxnSpMkLst>
        </pc:cxnChg>
      </pc:sldChg>
      <pc:sldChg chg="del">
        <pc:chgData name="JungWoo Jang" userId="3bd22cd285ddfd03" providerId="LiveId" clId="{4A46CEA0-B3AE-4DB3-8F17-5BBC979106E8}" dt="2025-02-26T08:21:55.267" v="46" actId="47"/>
        <pc:sldMkLst>
          <pc:docMk/>
          <pc:sldMk cId="1387858246" sldId="313"/>
        </pc:sldMkLst>
      </pc:sldChg>
      <pc:sldChg chg="add">
        <pc:chgData name="JungWoo Jang" userId="3bd22cd285ddfd03" providerId="LiveId" clId="{4A46CEA0-B3AE-4DB3-8F17-5BBC979106E8}" dt="2025-02-26T08:21:59.497" v="52"/>
        <pc:sldMkLst>
          <pc:docMk/>
          <pc:sldMk cId="2137197593" sldId="313"/>
        </pc:sldMkLst>
      </pc:sldChg>
      <pc:sldChg chg="add">
        <pc:chgData name="JungWoo Jang" userId="3bd22cd285ddfd03" providerId="LiveId" clId="{4A46CEA0-B3AE-4DB3-8F17-5BBC979106E8}" dt="2025-02-26T08:21:59.896" v="53"/>
        <pc:sldMkLst>
          <pc:docMk/>
          <pc:sldMk cId="830368599" sldId="314"/>
        </pc:sldMkLst>
      </pc:sldChg>
      <pc:sldChg chg="del">
        <pc:chgData name="JungWoo Jang" userId="3bd22cd285ddfd03" providerId="LiveId" clId="{4A46CEA0-B3AE-4DB3-8F17-5BBC979106E8}" dt="2025-02-26T08:21:55.785" v="47" actId="47"/>
        <pc:sldMkLst>
          <pc:docMk/>
          <pc:sldMk cId="3647573711" sldId="314"/>
        </pc:sldMkLst>
      </pc:sldChg>
      <pc:sldChg chg="del">
        <pc:chgData name="JungWoo Jang" userId="3bd22cd285ddfd03" providerId="LiveId" clId="{4A46CEA0-B3AE-4DB3-8F17-5BBC979106E8}" dt="2025-02-26T08:21:56.072" v="48" actId="47"/>
        <pc:sldMkLst>
          <pc:docMk/>
          <pc:sldMk cId="311147667" sldId="315"/>
        </pc:sldMkLst>
      </pc:sldChg>
      <pc:sldChg chg="add">
        <pc:chgData name="JungWoo Jang" userId="3bd22cd285ddfd03" providerId="LiveId" clId="{4A46CEA0-B3AE-4DB3-8F17-5BBC979106E8}" dt="2025-02-26T08:22:00.254" v="54"/>
        <pc:sldMkLst>
          <pc:docMk/>
          <pc:sldMk cId="3166921921" sldId="315"/>
        </pc:sldMkLst>
      </pc:sldChg>
      <pc:sldChg chg="add">
        <pc:chgData name="JungWoo Jang" userId="3bd22cd285ddfd03" providerId="LiveId" clId="{4A46CEA0-B3AE-4DB3-8F17-5BBC979106E8}" dt="2025-02-26T08:22:00.606" v="55"/>
        <pc:sldMkLst>
          <pc:docMk/>
          <pc:sldMk cId="1919885654" sldId="316"/>
        </pc:sldMkLst>
      </pc:sldChg>
      <pc:sldChg chg="del">
        <pc:chgData name="JungWoo Jang" userId="3bd22cd285ddfd03" providerId="LiveId" clId="{4A46CEA0-B3AE-4DB3-8F17-5BBC979106E8}" dt="2025-02-26T08:21:56.278" v="49" actId="47"/>
        <pc:sldMkLst>
          <pc:docMk/>
          <pc:sldMk cId="2215609224" sldId="316"/>
        </pc:sldMkLst>
      </pc:sldChg>
      <pc:sldChg chg="add">
        <pc:chgData name="JungWoo Jang" userId="3bd22cd285ddfd03" providerId="LiveId" clId="{4A46CEA0-B3AE-4DB3-8F17-5BBC979106E8}" dt="2025-02-26T08:22:00.973" v="56"/>
        <pc:sldMkLst>
          <pc:docMk/>
          <pc:sldMk cId="44358717" sldId="317"/>
        </pc:sldMkLst>
      </pc:sldChg>
      <pc:sldChg chg="del">
        <pc:chgData name="JungWoo Jang" userId="3bd22cd285ddfd03" providerId="LiveId" clId="{4A46CEA0-B3AE-4DB3-8F17-5BBC979106E8}" dt="2025-02-26T08:21:56.784" v="50" actId="47"/>
        <pc:sldMkLst>
          <pc:docMk/>
          <pc:sldMk cId="1417559407" sldId="317"/>
        </pc:sldMkLst>
      </pc:sldChg>
      <pc:sldChg chg="del">
        <pc:chgData name="JungWoo Jang" userId="3bd22cd285ddfd03" providerId="LiveId" clId="{4A46CEA0-B3AE-4DB3-8F17-5BBC979106E8}" dt="2025-02-26T08:21:57.192" v="51" actId="47"/>
        <pc:sldMkLst>
          <pc:docMk/>
          <pc:sldMk cId="410576872" sldId="318"/>
        </pc:sldMkLst>
      </pc:sldChg>
    </pc:docChg>
  </pc:docChgLst>
  <pc:docChgLst>
    <pc:chgData name="JungWoo Jang" userId="3bd22cd285ddfd03" providerId="LiveId" clId="{CEEF264D-4C36-4E57-BB40-BDC284D59B06}"/>
    <pc:docChg chg="custSel addSld delSld modSld modSection">
      <pc:chgData name="JungWoo Jang" userId="3bd22cd285ddfd03" providerId="LiveId" clId="{CEEF264D-4C36-4E57-BB40-BDC284D59B06}" dt="2025-03-27T17:53:48.629" v="27" actId="47"/>
      <pc:docMkLst>
        <pc:docMk/>
      </pc:docMkLst>
      <pc:sldChg chg="addSp modSp new del mod">
        <pc:chgData name="JungWoo Jang" userId="3bd22cd285ddfd03" providerId="LiveId" clId="{CEEF264D-4C36-4E57-BB40-BDC284D59B06}" dt="2025-03-27T17:53:47.639" v="26" actId="47"/>
        <pc:sldMkLst>
          <pc:docMk/>
          <pc:sldMk cId="3456750941" sldId="318"/>
        </pc:sldMkLst>
        <pc:picChg chg="add mod">
          <ac:chgData name="JungWoo Jang" userId="3bd22cd285ddfd03" providerId="LiveId" clId="{CEEF264D-4C36-4E57-BB40-BDC284D59B06}" dt="2025-03-27T17:35:51.384" v="4" actId="1076"/>
          <ac:picMkLst>
            <pc:docMk/>
            <pc:sldMk cId="3456750941" sldId="318"/>
            <ac:picMk id="3" creationId="{2A686516-51C6-4AAA-9798-170ACDAF301E}"/>
          </ac:picMkLst>
        </pc:picChg>
        <pc:picChg chg="add mod">
          <ac:chgData name="JungWoo Jang" userId="3bd22cd285ddfd03" providerId="LiveId" clId="{CEEF264D-4C36-4E57-BB40-BDC284D59B06}" dt="2025-03-27T17:36:23.220" v="10" actId="1076"/>
          <ac:picMkLst>
            <pc:docMk/>
            <pc:sldMk cId="3456750941" sldId="318"/>
            <ac:picMk id="5" creationId="{0F3F4D66-EC9B-DE4D-8627-477720584820}"/>
          </ac:picMkLst>
        </pc:picChg>
      </pc:sldChg>
      <pc:sldChg chg="addSp delSp modSp new del mod">
        <pc:chgData name="JungWoo Jang" userId="3bd22cd285ddfd03" providerId="LiveId" clId="{CEEF264D-4C36-4E57-BB40-BDC284D59B06}" dt="2025-03-27T17:53:48.629" v="27" actId="47"/>
        <pc:sldMkLst>
          <pc:docMk/>
          <pc:sldMk cId="3601217727" sldId="319"/>
        </pc:sldMkLst>
        <pc:picChg chg="add del mod">
          <ac:chgData name="JungWoo Jang" userId="3bd22cd285ddfd03" providerId="LiveId" clId="{CEEF264D-4C36-4E57-BB40-BDC284D59B06}" dt="2025-03-27T17:49:58.029" v="19" actId="478"/>
          <ac:picMkLst>
            <pc:docMk/>
            <pc:sldMk cId="3601217727" sldId="319"/>
            <ac:picMk id="3" creationId="{B6C32FE8-6334-812E-52EE-AD5B931D1623}"/>
          </ac:picMkLst>
        </pc:picChg>
        <pc:picChg chg="add mod">
          <ac:chgData name="JungWoo Jang" userId="3bd22cd285ddfd03" providerId="LiveId" clId="{CEEF264D-4C36-4E57-BB40-BDC284D59B06}" dt="2025-03-27T17:50:25.340" v="25" actId="14100"/>
          <ac:picMkLst>
            <pc:docMk/>
            <pc:sldMk cId="3601217727" sldId="319"/>
            <ac:picMk id="5" creationId="{127A8A05-5B21-18FA-73B9-BB97CAC52027}"/>
          </ac:picMkLst>
        </pc:picChg>
        <pc:picChg chg="add mod">
          <ac:chgData name="JungWoo Jang" userId="3bd22cd285ddfd03" providerId="LiveId" clId="{CEEF264D-4C36-4E57-BB40-BDC284D59B06}" dt="2025-03-27T17:50:20.825" v="23" actId="1076"/>
          <ac:picMkLst>
            <pc:docMk/>
            <pc:sldMk cId="3601217727" sldId="319"/>
            <ac:picMk id="7" creationId="{C8B54938-0B7A-136A-3BBE-EA80ED51FE09}"/>
          </ac:picMkLst>
        </pc:picChg>
      </pc:sldChg>
    </pc:docChg>
  </pc:docChgLst>
  <pc:docChgLst>
    <pc:chgData name="JungWoo Jang" userId="3bd22cd285ddfd03" providerId="LiveId" clId="{C21EEF48-D840-44E9-8688-D2C5C308F329}"/>
    <pc:docChg chg="modSld">
      <pc:chgData name="JungWoo Jang" userId="3bd22cd285ddfd03" providerId="LiveId" clId="{C21EEF48-D840-44E9-8688-D2C5C308F329}" dt="2024-07-19T15:11:10.228" v="14" actId="404"/>
      <pc:docMkLst>
        <pc:docMk/>
      </pc:docMkLst>
      <pc:sldChg chg="modSp mod">
        <pc:chgData name="JungWoo Jang" userId="3bd22cd285ddfd03" providerId="LiveId" clId="{C21EEF48-D840-44E9-8688-D2C5C308F329}" dt="2024-07-19T15:11:10.228" v="14" actId="404"/>
        <pc:sldMkLst>
          <pc:docMk/>
          <pc:sldMk cId="1883292546" sldId="257"/>
        </pc:sldMkLst>
      </pc:sldChg>
    </pc:docChg>
  </pc:docChgLst>
  <pc:docChgLst>
    <pc:chgData name="JungWoo Jang" userId="3bd22cd285ddfd03" providerId="LiveId" clId="{ED89CA23-7E09-45A8-83C9-67A0DB28F89C}"/>
    <pc:docChg chg="undo custSel addSld delSld modSld modSection">
      <pc:chgData name="JungWoo Jang" userId="3bd22cd285ddfd03" providerId="LiveId" clId="{ED89CA23-7E09-45A8-83C9-67A0DB28F89C}" dt="2024-07-18T04:05:56.687" v="597" actId="20577"/>
      <pc:docMkLst>
        <pc:docMk/>
      </pc:docMkLst>
      <pc:sldChg chg="modSp mod">
        <pc:chgData name="JungWoo Jang" userId="3bd22cd285ddfd03" providerId="LiveId" clId="{ED89CA23-7E09-45A8-83C9-67A0DB28F89C}" dt="2024-07-18T04:05:56.687" v="597" actId="20577"/>
        <pc:sldMkLst>
          <pc:docMk/>
          <pc:sldMk cId="1883292546" sldId="257"/>
        </pc:sldMkLst>
      </pc:sldChg>
      <pc:sldChg chg="addSp delSp modSp mod">
        <pc:chgData name="JungWoo Jang" userId="3bd22cd285ddfd03" providerId="LiveId" clId="{ED89CA23-7E09-45A8-83C9-67A0DB28F89C}" dt="2024-07-17T15:53:17.463" v="216" actId="20577"/>
        <pc:sldMkLst>
          <pc:docMk/>
          <pc:sldMk cId="3983481707" sldId="311"/>
        </pc:sldMkLst>
      </pc:sldChg>
      <pc:sldChg chg="addSp delSp modSp add mod">
        <pc:chgData name="JungWoo Jang" userId="3bd22cd285ddfd03" providerId="LiveId" clId="{ED89CA23-7E09-45A8-83C9-67A0DB28F89C}" dt="2024-07-17T16:55:18.723" v="590" actId="20577"/>
        <pc:sldMkLst>
          <pc:docMk/>
          <pc:sldMk cId="2458483336" sldId="312"/>
        </pc:sldMkLst>
      </pc:sldChg>
      <pc:sldChg chg="del">
        <pc:chgData name="JungWoo Jang" userId="3bd22cd285ddfd03" providerId="LiveId" clId="{ED89CA23-7E09-45A8-83C9-67A0DB28F89C}" dt="2024-07-17T15:53:52.680" v="242" actId="47"/>
        <pc:sldMkLst>
          <pc:docMk/>
          <pc:sldMk cId="4110438850" sldId="312"/>
        </pc:sldMkLst>
      </pc:sldChg>
      <pc:sldChg chg="add del">
        <pc:chgData name="JungWoo Jang" userId="3bd22cd285ddfd03" providerId="LiveId" clId="{ED89CA23-7E09-45A8-83C9-67A0DB28F89C}" dt="2024-07-17T16:54:36.635" v="515" actId="47"/>
        <pc:sldMkLst>
          <pc:docMk/>
          <pc:sldMk cId="1256987964" sldId="313"/>
        </pc:sldMkLst>
      </pc:sldChg>
      <pc:sldChg chg="add">
        <pc:chgData name="JungWoo Jang" userId="3bd22cd285ddfd03" providerId="LiveId" clId="{ED89CA23-7E09-45A8-83C9-67A0DB28F89C}" dt="2024-07-17T16:55:45.112" v="591"/>
        <pc:sldMkLst>
          <pc:docMk/>
          <pc:sldMk cId="1387858246" sldId="313"/>
        </pc:sldMkLst>
      </pc:sldChg>
      <pc:sldChg chg="add del">
        <pc:chgData name="JungWoo Jang" userId="3bd22cd285ddfd03" providerId="LiveId" clId="{ED89CA23-7E09-45A8-83C9-67A0DB28F89C}" dt="2024-07-17T16:54:33.551" v="514" actId="47"/>
        <pc:sldMkLst>
          <pc:docMk/>
          <pc:sldMk cId="1080806563" sldId="314"/>
        </pc:sldMkLst>
      </pc:sldChg>
      <pc:sldChg chg="add">
        <pc:chgData name="JungWoo Jang" userId="3bd22cd285ddfd03" providerId="LiveId" clId="{ED89CA23-7E09-45A8-83C9-67A0DB28F89C}" dt="2024-07-17T16:55:45.687" v="592"/>
        <pc:sldMkLst>
          <pc:docMk/>
          <pc:sldMk cId="3647573711" sldId="314"/>
        </pc:sldMkLst>
      </pc:sldChg>
      <pc:sldChg chg="add">
        <pc:chgData name="JungWoo Jang" userId="3bd22cd285ddfd03" providerId="LiveId" clId="{ED89CA23-7E09-45A8-83C9-67A0DB28F89C}" dt="2024-07-17T16:55:46.087" v="593"/>
        <pc:sldMkLst>
          <pc:docMk/>
          <pc:sldMk cId="311147667" sldId="315"/>
        </pc:sldMkLst>
      </pc:sldChg>
      <pc:sldChg chg="add del">
        <pc:chgData name="JungWoo Jang" userId="3bd22cd285ddfd03" providerId="LiveId" clId="{ED89CA23-7E09-45A8-83C9-67A0DB28F89C}" dt="2024-07-17T16:54:33.216" v="513" actId="47"/>
        <pc:sldMkLst>
          <pc:docMk/>
          <pc:sldMk cId="2420114097" sldId="315"/>
        </pc:sldMkLst>
      </pc:sldChg>
      <pc:sldChg chg="add del">
        <pc:chgData name="JungWoo Jang" userId="3bd22cd285ddfd03" providerId="LiveId" clId="{ED89CA23-7E09-45A8-83C9-67A0DB28F89C}" dt="2024-07-17T16:54:33.069" v="512" actId="47"/>
        <pc:sldMkLst>
          <pc:docMk/>
          <pc:sldMk cId="376195958" sldId="316"/>
        </pc:sldMkLst>
      </pc:sldChg>
      <pc:sldChg chg="add">
        <pc:chgData name="JungWoo Jang" userId="3bd22cd285ddfd03" providerId="LiveId" clId="{ED89CA23-7E09-45A8-83C9-67A0DB28F89C}" dt="2024-07-17T16:55:46.297" v="594"/>
        <pc:sldMkLst>
          <pc:docMk/>
          <pc:sldMk cId="2215609224" sldId="316"/>
        </pc:sldMkLst>
      </pc:sldChg>
      <pc:sldChg chg="add del">
        <pc:chgData name="JungWoo Jang" userId="3bd22cd285ddfd03" providerId="LiveId" clId="{ED89CA23-7E09-45A8-83C9-67A0DB28F89C}" dt="2024-07-17T16:54:32.898" v="511" actId="47"/>
        <pc:sldMkLst>
          <pc:docMk/>
          <pc:sldMk cId="997817390" sldId="317"/>
        </pc:sldMkLst>
      </pc:sldChg>
      <pc:sldChg chg="add">
        <pc:chgData name="JungWoo Jang" userId="3bd22cd285ddfd03" providerId="LiveId" clId="{ED89CA23-7E09-45A8-83C9-67A0DB28F89C}" dt="2024-07-17T16:55:46.802" v="595"/>
        <pc:sldMkLst>
          <pc:docMk/>
          <pc:sldMk cId="1417559407" sldId="317"/>
        </pc:sldMkLst>
      </pc:sldChg>
      <pc:sldChg chg="add">
        <pc:chgData name="JungWoo Jang" userId="3bd22cd285ddfd03" providerId="LiveId" clId="{ED89CA23-7E09-45A8-83C9-67A0DB28F89C}" dt="2024-07-17T16:55:47.454" v="596"/>
        <pc:sldMkLst>
          <pc:docMk/>
          <pc:sldMk cId="410576872" sldId="318"/>
        </pc:sldMkLst>
      </pc:sldChg>
      <pc:sldChg chg="add del">
        <pc:chgData name="JungWoo Jang" userId="3bd22cd285ddfd03" providerId="LiveId" clId="{ED89CA23-7E09-45A8-83C9-67A0DB28F89C}" dt="2024-07-17T16:54:32.742" v="510" actId="47"/>
        <pc:sldMkLst>
          <pc:docMk/>
          <pc:sldMk cId="1062949986" sldId="318"/>
        </pc:sldMkLst>
      </pc:sldChg>
      <pc:sldChg chg="add del">
        <pc:chgData name="JungWoo Jang" userId="3bd22cd285ddfd03" providerId="LiveId" clId="{ED89CA23-7E09-45A8-83C9-67A0DB28F89C}" dt="2024-07-17T16:54:32.402" v="509" actId="47"/>
        <pc:sldMkLst>
          <pc:docMk/>
          <pc:sldMk cId="316279174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14D1F-FB2B-4255-B130-8E6DF0862A4C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10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BEF5D-8E1D-4686-B147-92B473677D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7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0553D-88A0-4260-9E6B-097CEBAF7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6E3BF3-98BF-449E-ADCF-7977AC83F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223EB-0D66-484B-A754-3983F54E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672C4-D726-4244-B34B-460C6BF0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C414D-B338-4578-A80F-9284D9C0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55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9A636-8193-4956-A006-F3AB0DEB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662A3-9A33-49E8-A42E-7029B713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1FC66-B019-456E-B997-C9F3EABA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8DF73-7AB2-444F-9892-ABF140871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E34DF5-4B00-4D45-8935-D47B0992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99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6F3D2-6A2F-4093-913F-682E17B1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FF51BC-37E0-4AB6-87C0-A66A71FCB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1DAF4D-9732-413C-B1D5-576DCDD3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D2D48A-C2D1-446F-99B4-0A53C531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8991E-FED4-48B8-A538-1A072101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89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83CA7-D85A-435A-B591-594E9FDE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F3927-5C65-4171-9501-2755A2C04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46E724-15C1-4779-AE6E-5D1C83708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C5308-7C49-48D3-A131-ED30CCE8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29B6DB-3B45-4D41-879E-9BD55AF5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9E2E58-0BF0-4422-8BCC-94CB70C5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83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8B010-C411-4382-8BF0-0CD4DCB6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F38119-16B0-49BB-84C0-8D17ACF7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0383DB-6AAA-45BD-8E88-E3893E536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80CD71-F06D-4B98-B26E-C8D940FC1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661579-F889-42A9-AEC9-6EE25B088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30B9DB-B61E-4470-84C5-C9D85B02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788943-EA53-4CED-BFED-6422EE40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3BD451-90A0-4528-9092-AD2F1C05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5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5506E-9D34-43B5-9555-1748E54E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704C4D-3D5B-4257-BCD7-CCB3D649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787A24-BE84-4157-94C1-9A7A79D9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F1FFAF-AEA7-452C-A4D1-30DB6A2D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918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C4024C-82C6-4423-B6FE-9BA4FAA0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F9293E-421C-4271-B305-C1DCD9CB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17AE5-D386-44E1-A33E-AF0CB98B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75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EC912-60E5-4D3D-871C-FF5DA7CB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9D9E88-74F3-422C-9E59-510E80C6A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4D063-B3A4-4C3C-8069-84656AB76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F32F1B-2CCC-4D15-A803-12968F822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54016-EFB9-428B-81C1-FED128CE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00FA2-5102-4C8C-96F7-2B817D3A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617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21D4F-EBDD-443A-A896-AF6E7BD0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1F57C0-F860-4BEC-809A-CA3A136A9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A4343B-537F-4B30-B217-CAD8D30C6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9E8029-4A06-46F6-8D25-4B017CF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EFA6CE-3D65-41B0-9261-33E1BC67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6F452B-13C5-4C0B-841E-5F75AA1D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002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7311B-A13C-4F88-8CB2-16C6F989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225EB8-8D68-42A9-AB17-DA5504934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830108-C868-4078-8BB9-82B29F25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36EFAF-D68A-43A0-A424-F868CF51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35645-AB13-4E8F-993E-E3FB5867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6B6AE3-2A4D-4F7B-8929-FC425B9AB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9144E8-2F37-4216-AF5A-260A2EF42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6B5B3-4EFE-4ED0-8811-9F1390F6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C2D93D-6CC5-44E4-9142-BB2AFB2F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A8BAF-7FA9-4AEE-B155-EACEB0AC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527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9A71E5-0996-4C33-9FB0-6B7DA87D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7D56C-E45E-4468-92BA-7EFD330D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31BF50-8679-45DD-AF2E-48DE0F8E0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DD5F8-769D-42A4-8431-1999C6ACF644}" type="datetimeFigureOut">
              <a:rPr lang="ko-KR" altLang="en-US" smtClean="0"/>
              <a:t>2025-03-31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1FF8A-3476-41E0-8703-153F2F253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616DB-7397-4BC5-AD2D-F85F7AABF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93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2EA443-AA1A-5EF9-19BE-CF0A81BD1B3F}"/>
              </a:ext>
            </a:extLst>
          </p:cNvPr>
          <p:cNvSpPr/>
          <p:nvPr/>
        </p:nvSpPr>
        <p:spPr>
          <a:xfrm>
            <a:off x="0" y="6589486"/>
            <a:ext cx="12192000" cy="2685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6A076-56E3-28E6-6782-51452709E44C}"/>
              </a:ext>
            </a:extLst>
          </p:cNvPr>
          <p:cNvSpPr txBox="1"/>
          <p:nvPr/>
        </p:nvSpPr>
        <p:spPr>
          <a:xfrm>
            <a:off x="1704055" y="2304589"/>
            <a:ext cx="8783890" cy="2421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3200" b="1">
                <a:solidFill>
                  <a:srgbClr val="002060"/>
                </a:solidFill>
                <a:latin typeface="+mj-ea"/>
                <a:ea typeface="+mj-ea"/>
              </a:rPr>
              <a:t>3 phase linear motor Homework</a:t>
            </a:r>
            <a:endParaRPr lang="en-US" altLang="ko-KR" sz="32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 b="1">
                <a:latin typeface="+mj-ea"/>
                <a:ea typeface="+mj-ea"/>
              </a:rPr>
              <a:t>에너지변환공학</a:t>
            </a:r>
            <a:endParaRPr lang="en-US" altLang="ko-KR" sz="2400" b="1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240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400">
                <a:latin typeface="+mj-ea"/>
                <a:ea typeface="+mj-ea"/>
              </a:rPr>
              <a:t>강예구</a:t>
            </a:r>
            <a:endParaRPr lang="en-US" altLang="ko-KR" sz="24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1C74B5-234D-631A-6A04-0CD9DA1E3D24}"/>
              </a:ext>
            </a:extLst>
          </p:cNvPr>
          <p:cNvSpPr/>
          <p:nvPr/>
        </p:nvSpPr>
        <p:spPr>
          <a:xfrm>
            <a:off x="0" y="0"/>
            <a:ext cx="12192000" cy="2685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B5626-EE4D-3A2A-9A1E-BAA968F085DA}"/>
              </a:ext>
            </a:extLst>
          </p:cNvPr>
          <p:cNvSpPr txBox="1"/>
          <p:nvPr/>
        </p:nvSpPr>
        <p:spPr>
          <a:xfrm>
            <a:off x="10397447" y="6596390"/>
            <a:ext cx="1794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Design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and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Control lab.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329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2EA443-AA1A-5EF9-19BE-CF0A81BD1B3F}"/>
              </a:ext>
            </a:extLst>
          </p:cNvPr>
          <p:cNvSpPr/>
          <p:nvPr/>
        </p:nvSpPr>
        <p:spPr>
          <a:xfrm>
            <a:off x="0" y="6589486"/>
            <a:ext cx="12192000" cy="2685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1C74B5-234D-631A-6A04-0CD9DA1E3D24}"/>
              </a:ext>
            </a:extLst>
          </p:cNvPr>
          <p:cNvSpPr/>
          <p:nvPr/>
        </p:nvSpPr>
        <p:spPr>
          <a:xfrm>
            <a:off x="0" y="0"/>
            <a:ext cx="12192000" cy="2685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03DD5-0E6A-E0D7-13AE-5DFAA4EC53AB}"/>
              </a:ext>
            </a:extLst>
          </p:cNvPr>
          <p:cNvSpPr txBox="1"/>
          <p:nvPr/>
        </p:nvSpPr>
        <p:spPr>
          <a:xfrm>
            <a:off x="200526" y="264312"/>
            <a:ext cx="1361270" cy="70788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/>
            </a:pPr>
            <a:r>
              <a:rPr lang="en-US" altLang="ko-KR" sz="2000" b="1" dirty="0">
                <a:solidFill>
                  <a:srgbClr val="0F3158"/>
                </a:solidFill>
                <a:latin typeface="+mn-ea"/>
              </a:rPr>
              <a:t>1. 00</a:t>
            </a:r>
          </a:p>
          <a:p>
            <a:pPr>
              <a:defRPr/>
            </a:pPr>
            <a:r>
              <a:rPr lang="en-US" altLang="ko-KR" sz="2000" b="1" dirty="0">
                <a:solidFill>
                  <a:srgbClr val="0F3158"/>
                </a:solidFill>
                <a:latin typeface="+mn-ea"/>
              </a:rPr>
              <a:t>	</a:t>
            </a:r>
            <a:r>
              <a:rPr lang="en-US" altLang="ko-KR" dirty="0">
                <a:latin typeface="+mn-ea"/>
              </a:rPr>
              <a:t>a. </a:t>
            </a:r>
            <a:endParaRPr lang="en-US" altLang="ko-KR" sz="2000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3C0551-8663-3216-E66D-D1387E515BCA}"/>
              </a:ext>
            </a:extLst>
          </p:cNvPr>
          <p:cNvSpPr/>
          <p:nvPr/>
        </p:nvSpPr>
        <p:spPr>
          <a:xfrm>
            <a:off x="0" y="268514"/>
            <a:ext cx="200526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002060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00609-583C-3FE0-083B-070E19AC3704}"/>
              </a:ext>
            </a:extLst>
          </p:cNvPr>
          <p:cNvSpPr txBox="1"/>
          <p:nvPr/>
        </p:nvSpPr>
        <p:spPr>
          <a:xfrm>
            <a:off x="10397447" y="6596390"/>
            <a:ext cx="1794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Design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and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Control lab.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42BC8-DB4F-9764-BC25-255AF31538A2}"/>
              </a:ext>
            </a:extLst>
          </p:cNvPr>
          <p:cNvSpPr txBox="1"/>
          <p:nvPr/>
        </p:nvSpPr>
        <p:spPr>
          <a:xfrm>
            <a:off x="336884" y="1163053"/>
            <a:ext cx="11502190" cy="522170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numCol="2" rtlCol="0">
            <a:noAutofit/>
          </a:bodyPr>
          <a:lstStyle/>
          <a:p>
            <a:endParaRPr lang="en-US" altLang="ko-KR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21B50AA-EA05-C57F-0F1D-D4D98004FCFD}"/>
              </a:ext>
            </a:extLst>
          </p:cNvPr>
          <p:cNvCxnSpPr/>
          <p:nvPr/>
        </p:nvCxnSpPr>
        <p:spPr>
          <a:xfrm>
            <a:off x="6095165" y="1326048"/>
            <a:ext cx="0" cy="491690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E78D478-4EF2-A38F-E63A-4AB77C6EE02D}"/>
              </a:ext>
            </a:extLst>
          </p:cNvPr>
          <p:cNvSpPr txBox="1"/>
          <p:nvPr/>
        </p:nvSpPr>
        <p:spPr>
          <a:xfrm>
            <a:off x="461553" y="1236510"/>
            <a:ext cx="55212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&lt;</a:t>
            </a:r>
            <a:r>
              <a:rPr lang="ko-KR" altLang="en-US"/>
              <a:t>과제</a:t>
            </a:r>
            <a:r>
              <a:rPr lang="en-US" altLang="ko-KR"/>
              <a:t>&gt;</a:t>
            </a:r>
          </a:p>
          <a:p>
            <a:pPr algn="ctr"/>
            <a:r>
              <a:rPr lang="en-US" altLang="ko-KR" sz="1400"/>
              <a:t>2</a:t>
            </a:r>
            <a:r>
              <a:rPr lang="ko-KR" altLang="en-US" sz="1400"/>
              <a:t>번째 셀의 </a:t>
            </a:r>
            <a:r>
              <a:rPr lang="en-US" altLang="ko-KR" sz="1400"/>
              <a:t>“</a:t>
            </a:r>
            <a:r>
              <a:rPr lang="ko-KR" altLang="en-US" sz="1400"/>
              <a:t>변수 정의</a:t>
            </a:r>
            <a:r>
              <a:rPr lang="en-US" altLang="ko-KR" sz="1400"/>
              <a:t>” </a:t>
            </a:r>
            <a:r>
              <a:rPr lang="ko-KR" altLang="en-US" sz="1400"/>
              <a:t>를 수정하여</a:t>
            </a:r>
            <a:r>
              <a:rPr lang="en-US" altLang="ko-KR" sz="1400"/>
              <a:t> </a:t>
            </a:r>
            <a:r>
              <a:rPr lang="ko-KR" altLang="en-US" sz="1400"/>
              <a:t>교안의 </a:t>
            </a:r>
            <a:r>
              <a:rPr lang="en-US" altLang="ko-KR" sz="1400"/>
              <a:t>3</a:t>
            </a:r>
            <a:r>
              <a:rPr lang="ko-KR" altLang="en-US" sz="1400"/>
              <a:t>상 리니어 모터 </a:t>
            </a:r>
            <a:endParaRPr lang="en-US" altLang="ko-KR" sz="1400"/>
          </a:p>
          <a:p>
            <a:pPr algn="ctr"/>
            <a:r>
              <a:rPr lang="ko-KR" altLang="en-US" sz="1400"/>
              <a:t>시뮬레이션 파형을 얻는 것이 과제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758D0B0-421C-949E-823B-313FB003D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7" y="2504583"/>
            <a:ext cx="5477639" cy="33532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C02BA4-1979-306E-5389-7305263696CA}"/>
              </a:ext>
            </a:extLst>
          </p:cNvPr>
          <p:cNvSpPr txBox="1"/>
          <p:nvPr/>
        </p:nvSpPr>
        <p:spPr>
          <a:xfrm>
            <a:off x="505147" y="5923093"/>
            <a:ext cx="547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형상은 참고만 할 것</a:t>
            </a:r>
            <a:r>
              <a:rPr lang="en-US" altLang="ko-KR" sz="1200"/>
              <a:t>.</a:t>
            </a:r>
          </a:p>
          <a:p>
            <a:pPr algn="ctr"/>
            <a:r>
              <a:rPr lang="ko-KR" altLang="en-US" sz="1200"/>
              <a:t>수정 </a:t>
            </a:r>
            <a:r>
              <a:rPr lang="en-US" altLang="ko-KR" sz="1200"/>
              <a:t>X</a:t>
            </a:r>
            <a:endParaRPr lang="ko-KR" altLang="en-US" sz="12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3A5A7A8-D884-6F48-CF56-6F9B9B791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63" y="1236510"/>
            <a:ext cx="5302713" cy="30543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A81759-E3A0-E95E-BBF6-49D423D55C1B}"/>
              </a:ext>
            </a:extLst>
          </p:cNvPr>
          <p:cNvSpPr txBox="1"/>
          <p:nvPr/>
        </p:nvSpPr>
        <p:spPr>
          <a:xfrm>
            <a:off x="6095165" y="4324109"/>
            <a:ext cx="5758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/>
              <a:t>미스매치 각</a:t>
            </a:r>
            <a:r>
              <a:rPr lang="en-US" altLang="ko-KR" sz="1200" b="1"/>
              <a:t>(gamma</a:t>
            </a:r>
            <a:r>
              <a:rPr lang="en-US" altLang="ko-KR" sz="1200"/>
              <a:t>) </a:t>
            </a:r>
            <a:r>
              <a:rPr lang="ko-KR" altLang="en-US" sz="1200"/>
              <a:t>와 </a:t>
            </a:r>
            <a:r>
              <a:rPr lang="ko-KR" altLang="en-US" sz="1200" b="1"/>
              <a:t>전류</a:t>
            </a:r>
            <a:r>
              <a:rPr lang="ko-KR" altLang="en-US" sz="1200"/>
              <a:t>를 설정하여</a:t>
            </a:r>
            <a:r>
              <a:rPr lang="en-US" altLang="ko-KR" sz="1200"/>
              <a:t> </a:t>
            </a:r>
            <a:r>
              <a:rPr lang="ko-KR" altLang="en-US" sz="1200"/>
              <a:t>교안의 시뮬레이션 파형을 얻도록 한다</a:t>
            </a:r>
            <a:r>
              <a:rPr lang="en-US" altLang="ko-KR" sz="1200"/>
              <a:t>.</a:t>
            </a:r>
          </a:p>
          <a:p>
            <a:pPr algn="ctr"/>
            <a:r>
              <a:rPr lang="ko-KR" altLang="en-US" sz="1200"/>
              <a:t>전류는 문자열의 형태로 넣어주어야 한다</a:t>
            </a:r>
            <a:r>
              <a:rPr lang="en-US" altLang="ko-KR" sz="1200"/>
              <a:t>.</a:t>
            </a:r>
          </a:p>
          <a:p>
            <a:pPr algn="ctr"/>
            <a:r>
              <a:rPr lang="ko-KR" altLang="en-US" sz="1200"/>
              <a:t>단위는 </a:t>
            </a:r>
            <a:r>
              <a:rPr lang="en-US" altLang="ko-KR" sz="1200"/>
              <a:t>A(</a:t>
            </a:r>
            <a:r>
              <a:rPr lang="ko-KR" altLang="en-US" sz="1200"/>
              <a:t>암페어</a:t>
            </a:r>
            <a:r>
              <a:rPr lang="en-US" altLang="ko-KR" sz="1200"/>
              <a:t>), rad(</a:t>
            </a:r>
            <a:r>
              <a:rPr lang="ko-KR" altLang="en-US" sz="1200"/>
              <a:t>라디안</a:t>
            </a:r>
            <a:r>
              <a:rPr lang="en-US" altLang="ko-KR" sz="1200"/>
              <a:t>) </a:t>
            </a:r>
            <a:r>
              <a:rPr lang="ko-KR" altLang="en-US" sz="1200"/>
              <a:t>이다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BDC87905-ADF0-FC40-BF6A-F06ED3AFDDAA}"/>
              </a:ext>
            </a:extLst>
          </p:cNvPr>
          <p:cNvSpPr/>
          <p:nvPr/>
        </p:nvSpPr>
        <p:spPr>
          <a:xfrm>
            <a:off x="10580915" y="1393371"/>
            <a:ext cx="296092" cy="992778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0048E6-4C9A-9EA1-6BC2-7CC2F7322130}"/>
              </a:ext>
            </a:extLst>
          </p:cNvPr>
          <p:cNvSpPr txBox="1"/>
          <p:nvPr/>
        </p:nvSpPr>
        <p:spPr>
          <a:xfrm>
            <a:off x="10878969" y="1792206"/>
            <a:ext cx="870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33CCFF"/>
                </a:solidFill>
              </a:rPr>
              <a:t>수정</a:t>
            </a:r>
            <a:r>
              <a:rPr lang="en-US" altLang="ko-KR" sz="1200" b="1">
                <a:solidFill>
                  <a:srgbClr val="33CCFF"/>
                </a:solidFill>
              </a:rPr>
              <a:t>x</a:t>
            </a:r>
            <a:endParaRPr lang="ko-KR" altLang="en-US" sz="1200" b="1">
              <a:solidFill>
                <a:srgbClr val="33CC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9B8D0-87C7-30AC-FF07-90434E8D187D}"/>
              </a:ext>
            </a:extLst>
          </p:cNvPr>
          <p:cNvSpPr txBox="1"/>
          <p:nvPr/>
        </p:nvSpPr>
        <p:spPr>
          <a:xfrm>
            <a:off x="10878969" y="2856582"/>
            <a:ext cx="870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33CCFF"/>
                </a:solidFill>
              </a:rPr>
              <a:t>수정</a:t>
            </a:r>
            <a:r>
              <a:rPr lang="en-US" altLang="ko-KR" sz="1200" b="1">
                <a:solidFill>
                  <a:srgbClr val="33CCFF"/>
                </a:solidFill>
              </a:rPr>
              <a:t>x</a:t>
            </a:r>
            <a:endParaRPr lang="ko-KR" altLang="en-US" sz="1200" b="1">
              <a:solidFill>
                <a:srgbClr val="33CCFF"/>
              </a:solidFill>
            </a:endParaRPr>
          </a:p>
        </p:txBody>
      </p:sp>
      <p:sp>
        <p:nvSpPr>
          <p:cNvPr id="25" name="오른쪽 중괄호 24">
            <a:extLst>
              <a:ext uri="{FF2B5EF4-FFF2-40B4-BE49-F238E27FC236}">
                <a16:creationId xmlns:a16="http://schemas.microsoft.com/office/drawing/2014/main" id="{9BB977FA-C06E-22F1-CF4D-79792FDB9753}"/>
              </a:ext>
            </a:extLst>
          </p:cNvPr>
          <p:cNvSpPr/>
          <p:nvPr/>
        </p:nvSpPr>
        <p:spPr>
          <a:xfrm>
            <a:off x="10580915" y="2744354"/>
            <a:ext cx="296092" cy="496389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EC12049-B5A0-CCFF-9056-E7DE81EC2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347" y="5017565"/>
            <a:ext cx="4905965" cy="110581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209DB29-889E-9755-9C3F-15B93ED40AFD}"/>
              </a:ext>
            </a:extLst>
          </p:cNvPr>
          <p:cNvSpPr txBox="1"/>
          <p:nvPr/>
        </p:nvSpPr>
        <p:spPr>
          <a:xfrm>
            <a:off x="6228300" y="6115571"/>
            <a:ext cx="5477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이동방향과 속도를 알맞게 설정해줘야 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45848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123E9-01A1-FD8B-8328-628E6AA8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7488D4-8615-4624-CCCE-FB91222B1739}"/>
              </a:ext>
            </a:extLst>
          </p:cNvPr>
          <p:cNvSpPr/>
          <p:nvPr/>
        </p:nvSpPr>
        <p:spPr>
          <a:xfrm>
            <a:off x="0" y="6589486"/>
            <a:ext cx="12192000" cy="2685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D0FF67-F267-5803-F42A-ECE726A50AF6}"/>
              </a:ext>
            </a:extLst>
          </p:cNvPr>
          <p:cNvSpPr/>
          <p:nvPr/>
        </p:nvSpPr>
        <p:spPr>
          <a:xfrm>
            <a:off x="0" y="0"/>
            <a:ext cx="12192000" cy="2685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2FCC6-0614-BEBF-2C11-802415287651}"/>
              </a:ext>
            </a:extLst>
          </p:cNvPr>
          <p:cNvSpPr txBox="1"/>
          <p:nvPr/>
        </p:nvSpPr>
        <p:spPr>
          <a:xfrm>
            <a:off x="200526" y="264312"/>
            <a:ext cx="1361270" cy="70788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/>
            </a:pPr>
            <a:r>
              <a:rPr lang="en-US" altLang="ko-KR" sz="2000" b="1" dirty="0">
                <a:solidFill>
                  <a:srgbClr val="0F3158"/>
                </a:solidFill>
                <a:latin typeface="+mn-ea"/>
              </a:rPr>
              <a:t>1. 00</a:t>
            </a:r>
          </a:p>
          <a:p>
            <a:pPr>
              <a:defRPr/>
            </a:pPr>
            <a:r>
              <a:rPr lang="en-US" altLang="ko-KR" sz="2000" b="1" dirty="0">
                <a:solidFill>
                  <a:srgbClr val="0F3158"/>
                </a:solidFill>
                <a:latin typeface="+mn-ea"/>
              </a:rPr>
              <a:t>	</a:t>
            </a:r>
            <a:r>
              <a:rPr lang="en-US" altLang="ko-KR" dirty="0">
                <a:latin typeface="+mn-ea"/>
              </a:rPr>
              <a:t>a. </a:t>
            </a:r>
            <a:endParaRPr lang="en-US" altLang="ko-KR" sz="2000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39C192-C8CE-488C-D260-F0A218EBD47F}"/>
              </a:ext>
            </a:extLst>
          </p:cNvPr>
          <p:cNvSpPr/>
          <p:nvPr/>
        </p:nvSpPr>
        <p:spPr>
          <a:xfrm>
            <a:off x="0" y="268514"/>
            <a:ext cx="200526" cy="588645"/>
          </a:xfrm>
          <a:prstGeom prst="rect">
            <a:avLst/>
          </a:prstGeom>
          <a:solidFill>
            <a:srgbClr val="0F3158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002060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B568D-754B-2080-F89A-4BCD1F13D434}"/>
              </a:ext>
            </a:extLst>
          </p:cNvPr>
          <p:cNvSpPr txBox="1"/>
          <p:nvPr/>
        </p:nvSpPr>
        <p:spPr>
          <a:xfrm>
            <a:off x="10397447" y="6596390"/>
            <a:ext cx="1794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Design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and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</a:rPr>
              <a:t>Control lab.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E545D-1C6A-3823-7FCC-448826BBBC51}"/>
              </a:ext>
            </a:extLst>
          </p:cNvPr>
          <p:cNvSpPr txBox="1"/>
          <p:nvPr/>
        </p:nvSpPr>
        <p:spPr>
          <a:xfrm>
            <a:off x="336884" y="1163053"/>
            <a:ext cx="11502190" cy="522170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numCol="2" rtlCol="0">
            <a:noAutofit/>
          </a:bodyPr>
          <a:lstStyle/>
          <a:p>
            <a:endParaRPr lang="en-US" altLang="ko-KR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7BCEE0F-0C40-B2F9-F9C3-520FFDCD1F49}"/>
              </a:ext>
            </a:extLst>
          </p:cNvPr>
          <p:cNvCxnSpPr/>
          <p:nvPr/>
        </p:nvCxnSpPr>
        <p:spPr>
          <a:xfrm>
            <a:off x="6095165" y="1326048"/>
            <a:ext cx="0" cy="491690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6B26009-0658-1578-1A93-3E6FD506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10" y="1236510"/>
            <a:ext cx="5497844" cy="10995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86AAF8-D5E0-1097-7A06-79DFF779DD0B}"/>
              </a:ext>
            </a:extLst>
          </p:cNvPr>
          <p:cNvSpPr txBox="1"/>
          <p:nvPr/>
        </p:nvSpPr>
        <p:spPr>
          <a:xfrm>
            <a:off x="470317" y="2384660"/>
            <a:ext cx="547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0000"/>
                </a:solidFill>
              </a:rPr>
              <a:t>analyze </a:t>
            </a:r>
            <a:r>
              <a:rPr lang="ko-KR" altLang="en-US" sz="1200" b="1">
                <a:solidFill>
                  <a:srgbClr val="FF0000"/>
                </a:solidFill>
              </a:rPr>
              <a:t>까지의 코드는 수정할 필요 없다</a:t>
            </a:r>
            <a:r>
              <a:rPr lang="en-US" altLang="ko-KR" sz="1200"/>
              <a:t>.</a:t>
            </a:r>
          </a:p>
          <a:p>
            <a:pPr algn="ctr"/>
            <a:r>
              <a:rPr lang="ko-KR" altLang="en-US" sz="1200"/>
              <a:t>분석 이후의 데이터 처리과정의 코드만 수정하여 사용하면 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29B2A774-A4B4-C1CC-C263-C1C26763197C}"/>
              </a:ext>
            </a:extLst>
          </p:cNvPr>
          <p:cNvSpPr/>
          <p:nvPr/>
        </p:nvSpPr>
        <p:spPr>
          <a:xfrm rot="10800000">
            <a:off x="2151851" y="1343329"/>
            <a:ext cx="261257" cy="885929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81B53-63DD-1857-CF0F-4E0C6FC04A17}"/>
              </a:ext>
            </a:extLst>
          </p:cNvPr>
          <p:cNvSpPr txBox="1"/>
          <p:nvPr/>
        </p:nvSpPr>
        <p:spPr>
          <a:xfrm>
            <a:off x="2345217" y="1557762"/>
            <a:ext cx="870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수정</a:t>
            </a:r>
            <a:r>
              <a:rPr lang="en-US" altLang="ko-KR" sz="1200" b="1">
                <a:solidFill>
                  <a:srgbClr val="FF0000"/>
                </a:solidFill>
              </a:rPr>
              <a:t>x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636D4D0-51BC-320D-D0CD-53C0807BE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17" y="2965870"/>
            <a:ext cx="3165622" cy="185269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9DFEBEF-4333-02B7-420F-FA9795584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0" y="4857336"/>
            <a:ext cx="3165622" cy="171827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75DEF3-F47D-55C0-B6A9-66DFFEFE407E}"/>
              </a:ext>
            </a:extLst>
          </p:cNvPr>
          <p:cNvSpPr/>
          <p:nvPr/>
        </p:nvSpPr>
        <p:spPr>
          <a:xfrm>
            <a:off x="470317" y="2972278"/>
            <a:ext cx="2307717" cy="151519"/>
          </a:xfrm>
          <a:prstGeom prst="rect">
            <a:avLst/>
          </a:prstGeom>
          <a:noFill/>
          <a:ln w="28575">
            <a:solidFill>
              <a:srgbClr val="00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FA4C8C-670B-F652-6015-6D4472D9ACA1}"/>
              </a:ext>
            </a:extLst>
          </p:cNvPr>
          <p:cNvSpPr/>
          <p:nvPr/>
        </p:nvSpPr>
        <p:spPr>
          <a:xfrm>
            <a:off x="470317" y="4464022"/>
            <a:ext cx="2307717" cy="151519"/>
          </a:xfrm>
          <a:prstGeom prst="rect">
            <a:avLst/>
          </a:prstGeom>
          <a:noFill/>
          <a:ln w="28575">
            <a:solidFill>
              <a:srgbClr val="00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EB68EC-8FB9-9932-4A48-1A9E779CE9A0}"/>
              </a:ext>
            </a:extLst>
          </p:cNvPr>
          <p:cNvSpPr/>
          <p:nvPr/>
        </p:nvSpPr>
        <p:spPr>
          <a:xfrm>
            <a:off x="470317" y="4908837"/>
            <a:ext cx="2307717" cy="151519"/>
          </a:xfrm>
          <a:prstGeom prst="rect">
            <a:avLst/>
          </a:prstGeom>
          <a:noFill/>
          <a:ln w="28575">
            <a:solidFill>
              <a:srgbClr val="00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966AB2-D977-2C95-5B81-73BBAFCBE488}"/>
              </a:ext>
            </a:extLst>
          </p:cNvPr>
          <p:cNvSpPr/>
          <p:nvPr/>
        </p:nvSpPr>
        <p:spPr>
          <a:xfrm>
            <a:off x="470317" y="6197561"/>
            <a:ext cx="2307717" cy="151519"/>
          </a:xfrm>
          <a:prstGeom prst="rect">
            <a:avLst/>
          </a:prstGeom>
          <a:noFill/>
          <a:ln w="28575">
            <a:solidFill>
              <a:srgbClr val="00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DB39C-E0DF-44E8-9533-61E5DB0F51A5}"/>
              </a:ext>
            </a:extLst>
          </p:cNvPr>
          <p:cNvSpPr txBox="1"/>
          <p:nvPr/>
        </p:nvSpPr>
        <p:spPr>
          <a:xfrm>
            <a:off x="3688674" y="4403062"/>
            <a:ext cx="23729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csv_name</a:t>
            </a:r>
            <a:r>
              <a:rPr lang="ko-KR" altLang="en-US" sz="1200"/>
              <a:t> 변수명에 따라서 </a:t>
            </a:r>
            <a:endParaRPr lang="en-US" altLang="ko-KR" sz="1200"/>
          </a:p>
          <a:p>
            <a:pPr algn="ctr"/>
            <a:r>
              <a:rPr lang="ko-KR" altLang="en-US" sz="1200"/>
              <a:t>저장되는 </a:t>
            </a:r>
            <a:r>
              <a:rPr lang="en-US" altLang="ko-KR" sz="1200"/>
              <a:t>csv</a:t>
            </a:r>
            <a:r>
              <a:rPr lang="ko-KR" altLang="en-US" sz="1200"/>
              <a:t>파일의 이름이 </a:t>
            </a:r>
            <a:endParaRPr lang="en-US" altLang="ko-KR" sz="1200"/>
          </a:p>
          <a:p>
            <a:pPr algn="ctr"/>
            <a:r>
              <a:rPr lang="ko-KR" altLang="en-US" sz="1200"/>
              <a:t>생성되므로 </a:t>
            </a:r>
            <a:endParaRPr lang="en-US" altLang="ko-KR" sz="1200"/>
          </a:p>
          <a:p>
            <a:pPr algn="ctr"/>
            <a:r>
              <a:rPr lang="ko-KR" altLang="en-US" sz="1200"/>
              <a:t>원하는 이름으로 설정한다</a:t>
            </a:r>
            <a:r>
              <a:rPr lang="en-US" altLang="ko-KR" sz="1200"/>
              <a:t>.</a:t>
            </a:r>
          </a:p>
          <a:p>
            <a:pPr algn="ctr"/>
            <a:endParaRPr lang="en-US" altLang="ko-KR" sz="1200"/>
          </a:p>
          <a:p>
            <a:pPr algn="ctr"/>
            <a:r>
              <a:rPr lang="en-US" altLang="ko-KR" sz="1200" b="1"/>
              <a:t>csv</a:t>
            </a:r>
            <a:r>
              <a:rPr lang="ko-KR" altLang="en-US" sz="1200" b="1"/>
              <a:t>파일은 스크립트가</a:t>
            </a:r>
            <a:endParaRPr lang="en-US" altLang="ko-KR" sz="1200" b="1"/>
          </a:p>
          <a:p>
            <a:pPr algn="ctr"/>
            <a:r>
              <a:rPr lang="ko-KR" altLang="en-US" sz="1200" b="1"/>
              <a:t>저장된 경로에 생성</a:t>
            </a:r>
            <a:r>
              <a:rPr lang="ko-KR" altLang="en-US" sz="1200"/>
              <a:t>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13719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7194</TotalTime>
  <Words>143</Words>
  <Application>Microsoft Office PowerPoint</Application>
  <PresentationFormat>와이드스크린</PresentationFormat>
  <Paragraphs>32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고은솔</dc:creator>
  <cp:lastModifiedBy>JungWoo Jang</cp:lastModifiedBy>
  <cp:revision>99</cp:revision>
  <cp:lastPrinted>2024-03-29T13:23:50Z</cp:lastPrinted>
  <dcterms:created xsi:type="dcterms:W3CDTF">2020-12-04T18:32:48Z</dcterms:created>
  <dcterms:modified xsi:type="dcterms:W3CDTF">2025-03-31T11:09:41Z</dcterms:modified>
</cp:coreProperties>
</file>